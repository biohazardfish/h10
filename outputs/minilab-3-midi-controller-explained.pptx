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ff6f9838734bca" /><Relationship Type="http://schemas.openxmlformats.org/officeDocument/2006/relationships/extended-properties" Target="/docProps/app.xml" Id="Rde28e4ef3bac4354" /><Relationship Type="http://schemas.openxmlformats.org/officeDocument/2006/relationships/officeDocument" Target="/ppt/presentation.xml" Id="Rbf07dc7b06644e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a2c33b07e94fe5"/>
  </p:sldMasterIdLst>
  <p:notesMasterIdLst>
    <p:notesMasterId xmlns:r="http://schemas.openxmlformats.org/officeDocument/2006/relationships" r:id="R3fbf42377cb94a0b"/>
  </p:notesMasterIdLst>
  <p:sldIdLst>
    <p:sldId xmlns:r="http://schemas.openxmlformats.org/officeDocument/2006/relationships" id="256" r:id="R8800f6b62ef8462e"/>
    <p:sldId xmlns:r="http://schemas.openxmlformats.org/officeDocument/2006/relationships" id="257" r:id="Rf8e168f6c7924e35"/>
    <p:sldId xmlns:r="http://schemas.openxmlformats.org/officeDocument/2006/relationships" id="258" r:id="R9d4dea77392c4e72"/>
    <p:sldId xmlns:r="http://schemas.openxmlformats.org/officeDocument/2006/relationships" id="259" r:id="Rcf2bdd2f03f2486d"/>
    <p:sldId xmlns:r="http://schemas.openxmlformats.org/officeDocument/2006/relationships" id="260" r:id="Rf8576a644c3f4dc0"/>
    <p:sldId xmlns:r="http://schemas.openxmlformats.org/officeDocument/2006/relationships" id="261" r:id="R9caeaf139d6943bb"/>
    <p:sldId xmlns:r="http://schemas.openxmlformats.org/officeDocument/2006/relationships" id="262" r:id="R33f77061608246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8aa965fcf347ad" /><Relationship Type="http://schemas.openxmlformats.org/officeDocument/2006/relationships/slideMaster" Target="/ppt/slideMasters/slideMaster1.xml" Id="R30a2c33b07e94fe5" /><Relationship Type="http://schemas.openxmlformats.org/officeDocument/2006/relationships/notesMaster" Target="/ppt/notesMasters/notesMaster1.xml" Id="R3fbf42377cb94a0b" /><Relationship Type="http://schemas.openxmlformats.org/officeDocument/2006/relationships/presProps" Target="/ppt/presProps.xml" Id="R53d258031d474670" /><Relationship Type="http://schemas.openxmlformats.org/officeDocument/2006/relationships/tableStyles" Target="/ppt/tableStyles.xml" Id="Ra23de330bf5840da" /><Relationship Type="http://schemas.openxmlformats.org/officeDocument/2006/relationships/slide" Target="/ppt/slides/slide1.xml" Id="R8800f6b62ef8462e" /><Relationship Type="http://schemas.openxmlformats.org/officeDocument/2006/relationships/slide" Target="/ppt/slides/slide2.xml" Id="Rf8e168f6c7924e35" /><Relationship Type="http://schemas.openxmlformats.org/officeDocument/2006/relationships/slide" Target="/ppt/slides/slide3.xml" Id="R9d4dea77392c4e72" /><Relationship Type="http://schemas.openxmlformats.org/officeDocument/2006/relationships/slide" Target="/ppt/slides/slide4.xml" Id="Rcf2bdd2f03f2486d" /><Relationship Type="http://schemas.openxmlformats.org/officeDocument/2006/relationships/slide" Target="/ppt/slides/slide5.xml" Id="Rf8576a644c3f4dc0" /><Relationship Type="http://schemas.openxmlformats.org/officeDocument/2006/relationships/slide" Target="/ppt/slides/slide6.xml" Id="R9caeaf139d6943bb" /><Relationship Type="http://schemas.openxmlformats.org/officeDocument/2006/relationships/slide" Target="/ppt/slides/slide7.xml" Id="R33f77061608246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10deb20e8742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983bc9071a42e6" /><Relationship Type="http://schemas.openxmlformats.org/officeDocument/2006/relationships/notesMaster" Target="/ppt/notesMasters/notesMaster1.xml" Id="R58cac36683ff48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8e52809e9c4318" /><Relationship Type="http://schemas.openxmlformats.org/officeDocument/2006/relationships/notesMaster" Target="/ppt/notesMasters/notesMaster1.xml" Id="Rd8958de5613148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409324fa344ec1" /><Relationship Type="http://schemas.openxmlformats.org/officeDocument/2006/relationships/notesMaster" Target="/ppt/notesMasters/notesMaster1.xml" Id="R1a03de965fc647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e0870887f84a34" /><Relationship Type="http://schemas.openxmlformats.org/officeDocument/2006/relationships/notesMaster" Target="/ppt/notesMasters/notesMaster1.xml" Id="R39990fec542b4b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13003768bf413f" /><Relationship Type="http://schemas.openxmlformats.org/officeDocument/2006/relationships/notesMaster" Target="/ppt/notesMasters/notesMaster1.xml" Id="Rbce1a4639b934c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8f3bcebcab4760" /><Relationship Type="http://schemas.openxmlformats.org/officeDocument/2006/relationships/notesMaster" Target="/ppt/notesMasters/notesMaster1.xml" Id="Rb49eb408aecb4c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765704d65f4978" /><Relationship Type="http://schemas.openxmlformats.org/officeDocument/2006/relationships/notesMaster" Target="/ppt/notesMasters/notesMaster1.xml" Id="Rfc144b529c6d44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44323bb2a49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e97d3012974801" /><Relationship Type="http://schemas.openxmlformats.org/officeDocument/2006/relationships/slideLayout" Target="/ppt/slideLayouts/slideLayout1.xml" Id="R0407c5f58a0e43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07c5f58a0e43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bc03f190a436b" /><Relationship Type="http://schemas.openxmlformats.org/officeDocument/2006/relationships/image" Target="/ppt/media/image.png" Id="Ra13887680b644d27" /><Relationship Type="http://schemas.openxmlformats.org/officeDocument/2006/relationships/notesSlide" Target="/ppt/notesSlides/notesSlide1.xml" Id="R5ab3bf0d468d47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e51833b1f4274" /><Relationship Type="http://schemas.openxmlformats.org/officeDocument/2006/relationships/notesSlide" Target="/ppt/notesSlides/notesSlide2.xml" Id="R1e3f4bb78c5c43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f931f9d4b41e7" /><Relationship Type="http://schemas.openxmlformats.org/officeDocument/2006/relationships/notesSlide" Target="/ppt/notesSlides/notesSlide3.xml" Id="R4ea7d9fd0c9943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da25e93524278" /><Relationship Type="http://schemas.openxmlformats.org/officeDocument/2006/relationships/notesSlide" Target="/ppt/notesSlides/notesSlide4.xml" Id="R026d486637b247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a946045504149" /><Relationship Type="http://schemas.openxmlformats.org/officeDocument/2006/relationships/notesSlide" Target="/ppt/notesSlides/notesSlide5.xml" Id="Re1490c45b69b47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8bedffc3446a0" /><Relationship Type="http://schemas.openxmlformats.org/officeDocument/2006/relationships/notesSlide" Target="/ppt/notesSlides/notesSlide6.xml" Id="Rf4f76ed8a8664c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e04190b41494d" /><Relationship Type="http://schemas.openxmlformats.org/officeDocument/2006/relationships/notesSlide" Target="/ppt/notesSlides/notesSlide7.xml" Id="Re846bb741a8d4c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430FFFAE-9EE2-4D33-BF4E-7BABE0AF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"/>
            <a:ext cx="5505450" cy="5600700"/>
          </a:xfrm>
          <a:prstGeom xmlns:a="http://schemas.openxmlformats.org/drawingml/2006/main" prst="roundRect">
            <a:avLst>
              <a:gd name="adj" fmla="val 138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A6FE8B0-37DC-4844-9ACA-FBE4716B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MINILAB 3 · SIGNAL MAP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05C9716-F6EE-4E13-B52E-2C12A507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21970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MiniLab 3
其實是 MIDI 控制器</a:t>
            </a:r>
          </a:p>
        </p:txBody>
      </p:sp>
      <p:sp>
        <p:nvSpPr>
          <p:cNvPr id="4" name="cover-body">
            <a:extLst xmlns:a="http://schemas.openxmlformats.org/drawingml/2006/main">
              <a:ext uri="{FF2B5EF4-FFF2-40B4-BE49-F238E27FC236}">
                <a16:creationId xmlns:a16="http://schemas.microsoft.com/office/drawing/2014/main" id="{7DB91B7A-990A-493A-8AFE-DD257AF8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542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四條通訊通道，傳遞四種不同的控制意圖。</a:t>
            </a:r>
          </a:p>
        </p:txBody>
      </p:sp>
      <p:cxnSp>
        <p:nvCxnSpPr>
          <p:cNvPr id="13" name="cover-rule"/>
          <p:cNvCxnSpPr/>
          <p:nvPr/>
        </p:nvCxnSpPr>
        <p:spPr>
          <a:xfrm xmlns:a="http://schemas.openxmlformats.org/drawingml/2006/main">
            <a:off x="419100" y="4819650"/>
            <a:ext cx="4953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6" name="cover-note">
            <a:extLst xmlns:a="http://schemas.openxmlformats.org/drawingml/2006/main">
              <a:ext uri="{FF2B5EF4-FFF2-40B4-BE49-F238E27FC236}">
                <a16:creationId xmlns:a16="http://schemas.microsoft.com/office/drawing/2014/main" id="{B06BDD87-2673-4CC8-845E-899B9142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67300"/>
            <a:ext cx="5429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它不負責發聲；
它負責把你的動作，送到正確的目的地。</a:t>
            </a:r>
          </a:p>
        </p:txBody>
      </p:sp>
      <p:sp>
        <p:nvSpPr>
          <p:cNvPr id="7" name="page-1">
            <a:extLst xmlns:a="http://schemas.openxmlformats.org/drawingml/2006/main">
              <a:ext uri="{FF2B5EF4-FFF2-40B4-BE49-F238E27FC236}">
                <a16:creationId xmlns:a16="http://schemas.microsoft.com/office/drawing/2014/main" id="{5DA4BB17-DDC1-466F-BD32-20A61BEC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887680b644d27"/>
          <a:srcRect xmlns:a="http://schemas.openxmlformats.org/drawingml/2006/main" l="0" t="9293" r="0" b="92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400050"/>
            <a:ext cx="5505450" cy="5600700"/>
          </a:xfrm>
          <a:prstGeom xmlns:a="http://schemas.openxmlformats.org/drawingml/2006/main" prst="roundRect">
            <a:avLst>
              <a:gd name="adj" fmla="val 3114"/>
            </a:avLst>
          </a:prstGeom>
        </p:spPr>
      </p:pic>
    </p:spTree>
    <p:extLst>
      <p:ext uri="{BB962C8B-B14F-4D97-AF65-F5344CB8AC3E}">
        <p14:creationId xmlns:p14="http://schemas.microsoft.com/office/powerpoint/2010/main" val="14991919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0D6A31-7851-4EA8-95FA-409F0744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同一台控制器，實際上有四條不同車道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3E38479-53EA-4B44-BFDB-FBA1857C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先看 payload（傳什麼），再看 destination（送去哪裡）。</a:t>
            </a:r>
          </a:p>
        </p:txBody>
      </p:sp>
      <p:cxnSp>
        <p:nvCxnSpPr>
          <p:cNvPr id="40" name="overview-axis"/>
          <p:cNvCxnSpPr/>
          <p:nvPr/>
        </p:nvCxnSpPr>
        <p:spPr>
          <a:xfrm xmlns:a="http://schemas.openxmlformats.org/drawingml/2006/main">
            <a:off x="666750" y="2362200"/>
            <a:ext cx="108585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lane-dot-0">
            <a:extLst xmlns:a="http://schemas.openxmlformats.org/drawingml/2006/main">
              <a:ext uri="{FF2B5EF4-FFF2-40B4-BE49-F238E27FC236}">
                <a16:creationId xmlns:a16="http://schemas.microsoft.com/office/drawing/2014/main" id="{BF4F05C8-26DA-4D1F-BFC9-413BA6E5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57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ane-number-0">
            <a:extLst xmlns:a="http://schemas.openxmlformats.org/drawingml/2006/main">
              <a:ext uri="{FF2B5EF4-FFF2-40B4-BE49-F238E27FC236}">
                <a16:creationId xmlns:a16="http://schemas.microsoft.com/office/drawing/2014/main" id="{1FDDD1FB-AEFF-4555-A510-1AF70C10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6" name="lane-name-0">
            <a:extLst xmlns:a="http://schemas.openxmlformats.org/drawingml/2006/main">
              <a:ext uri="{FF2B5EF4-FFF2-40B4-BE49-F238E27FC236}">
                <a16:creationId xmlns:a16="http://schemas.microsoft.com/office/drawing/2014/main" id="{1F8F7F93-F0BC-4DAC-B5A4-B493CC66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2571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MIDI</a:t>
            </a:r>
          </a:p>
        </p:txBody>
      </p:sp>
      <p:sp>
        <p:nvSpPr>
          <p:cNvPr id="7" name="lane-payload-label-0">
            <a:extLst xmlns:a="http://schemas.openxmlformats.org/drawingml/2006/main">
              <a:ext uri="{FF2B5EF4-FFF2-40B4-BE49-F238E27FC236}">
                <a16:creationId xmlns:a16="http://schemas.microsoft.com/office/drawing/2014/main" id="{3486ED3B-6584-4385-812F-C29D6AE8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8050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傳什麼</a:t>
            </a:r>
          </a:p>
        </p:txBody>
      </p:sp>
      <p:sp>
        <p:nvSpPr>
          <p:cNvPr id="8" name="lane-payload-0">
            <a:extLst xmlns:a="http://schemas.openxmlformats.org/drawingml/2006/main">
              <a:ext uri="{FF2B5EF4-FFF2-40B4-BE49-F238E27FC236}">
                <a16:creationId xmlns:a16="http://schemas.microsoft.com/office/drawing/2014/main" id="{7EA12D15-BCD5-4B8B-9D4A-C680EA6A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2457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音符 · CC</a:t>
            </a:r>
          </a:p>
        </p:txBody>
      </p:sp>
      <p:sp>
        <p:nvSpPr>
          <p:cNvPr id="9" name="lane-dest-label-0">
            <a:extLst xmlns:a="http://schemas.openxmlformats.org/drawingml/2006/main">
              <a:ext uri="{FF2B5EF4-FFF2-40B4-BE49-F238E27FC236}">
                <a16:creationId xmlns:a16="http://schemas.microsoft.com/office/drawing/2014/main" id="{86DC5151-4148-4344-9A1C-AACB9EBB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48200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送去哪裡</a:t>
            </a:r>
          </a:p>
        </p:txBody>
      </p:sp>
      <p:sp>
        <p:nvSpPr>
          <p:cNvPr id="10" name="lane-dest-0">
            <a:extLst xmlns:a="http://schemas.openxmlformats.org/drawingml/2006/main">
              <a:ext uri="{FF2B5EF4-FFF2-40B4-BE49-F238E27FC236}">
                <a16:creationId xmlns:a16="http://schemas.microsoft.com/office/drawing/2014/main" id="{E0CDC9A8-5690-4701-A048-D8B4098C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33950"/>
            <a:ext cx="2457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軟體樂器／DAW</a:t>
            </a:r>
          </a:p>
        </p:txBody>
      </p:sp>
      <p:cxnSp>
        <p:nvCxnSpPr>
          <p:cNvPr id="48" name="lane-separator-0"/>
          <p:cNvCxnSpPr/>
          <p:nvPr/>
        </p:nvCxnSpPr>
        <p:spPr>
          <a:xfrm xmlns:a="http://schemas.openxmlformats.org/drawingml/2006/main">
            <a:off x="3162300" y="16954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lane-dot-1">
            <a:extLst xmlns:a="http://schemas.openxmlformats.org/drawingml/2006/main">
              <a:ext uri="{FF2B5EF4-FFF2-40B4-BE49-F238E27FC236}">
                <a16:creationId xmlns:a16="http://schemas.microsoft.com/office/drawing/2014/main" id="{87BBB9C6-3687-4B24-A112-2F22BED7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57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ane-number-1">
            <a:extLst xmlns:a="http://schemas.openxmlformats.org/drawingml/2006/main">
              <a:ext uri="{FF2B5EF4-FFF2-40B4-BE49-F238E27FC236}">
                <a16:creationId xmlns:a16="http://schemas.microsoft.com/office/drawing/2014/main" id="{B483C718-4F08-4912-B69A-D1166CD9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9545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2B55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4" name="lane-name-1">
            <a:extLst xmlns:a="http://schemas.openxmlformats.org/drawingml/2006/main">
              <a:ext uri="{FF2B5EF4-FFF2-40B4-BE49-F238E27FC236}">
                <a16:creationId xmlns:a16="http://schemas.microsoft.com/office/drawing/2014/main" id="{22F4AC4F-1D4D-4D8D-8F51-2CCDC68D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47950"/>
            <a:ext cx="2571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MCU / HUI</a:t>
            </a:r>
          </a:p>
        </p:txBody>
      </p:sp>
      <p:sp>
        <p:nvSpPr>
          <p:cNvPr id="15" name="lane-payload-label-1">
            <a:extLst xmlns:a="http://schemas.openxmlformats.org/drawingml/2006/main">
              <a:ext uri="{FF2B5EF4-FFF2-40B4-BE49-F238E27FC236}">
                <a16:creationId xmlns:a16="http://schemas.microsoft.com/office/drawing/2014/main" id="{14AEDAAD-31B6-4769-9A26-C3D74AF1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48050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傳什麼</a:t>
            </a:r>
          </a:p>
        </p:txBody>
      </p:sp>
      <p:sp>
        <p:nvSpPr>
          <p:cNvPr id="16" name="lane-payload-1">
            <a:extLst xmlns:a="http://schemas.openxmlformats.org/drawingml/2006/main">
              <a:ext uri="{FF2B5EF4-FFF2-40B4-BE49-F238E27FC236}">
                <a16:creationId xmlns:a16="http://schemas.microsoft.com/office/drawing/2014/main" id="{F5DF756C-08B1-4B6E-BD6D-D6A1E71F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733800"/>
            <a:ext cx="2457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Transport 命令</a:t>
            </a:r>
          </a:p>
        </p:txBody>
      </p:sp>
      <p:sp>
        <p:nvSpPr>
          <p:cNvPr id="17" name="lane-dest-label-1">
            <a:extLst xmlns:a="http://schemas.openxmlformats.org/drawingml/2006/main">
              <a:ext uri="{FF2B5EF4-FFF2-40B4-BE49-F238E27FC236}">
                <a16:creationId xmlns:a16="http://schemas.microsoft.com/office/drawing/2014/main" id="{BCF3BC5A-72F2-4EFD-8532-9D851187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648200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送去哪裡</a:t>
            </a:r>
          </a:p>
        </p:txBody>
      </p:sp>
      <p:sp>
        <p:nvSpPr>
          <p:cNvPr id="18" name="lane-dest-1">
            <a:extLst xmlns:a="http://schemas.openxmlformats.org/drawingml/2006/main">
              <a:ext uri="{FF2B5EF4-FFF2-40B4-BE49-F238E27FC236}">
                <a16:creationId xmlns:a16="http://schemas.microsoft.com/office/drawing/2014/main" id="{1CB6FAD0-A8AC-4FA2-8838-E670056F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33950"/>
            <a:ext cx="2457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DAW 操作</a:t>
            </a:r>
          </a:p>
        </p:txBody>
      </p:sp>
      <p:cxnSp>
        <p:nvCxnSpPr>
          <p:cNvPr id="56" name="lane-separator-1"/>
          <p:cNvCxnSpPr/>
          <p:nvPr/>
        </p:nvCxnSpPr>
        <p:spPr>
          <a:xfrm xmlns:a="http://schemas.openxmlformats.org/drawingml/2006/main">
            <a:off x="6086475" y="16954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lane-dot-2">
            <a:extLst xmlns:a="http://schemas.openxmlformats.org/drawingml/2006/main">
              <a:ext uri="{FF2B5EF4-FFF2-40B4-BE49-F238E27FC236}">
                <a16:creationId xmlns:a16="http://schemas.microsoft.com/office/drawing/2014/main" id="{3BCF68FD-EEA6-41CD-98F2-DFB89E57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57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ane-number-2">
            <a:extLst xmlns:a="http://schemas.openxmlformats.org/drawingml/2006/main">
              <a:ext uri="{FF2B5EF4-FFF2-40B4-BE49-F238E27FC236}">
                <a16:creationId xmlns:a16="http://schemas.microsoft.com/office/drawing/2014/main" id="{317E21A3-C496-4506-AC82-4A84D062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9545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2" name="lane-name-2">
            <a:extLst xmlns:a="http://schemas.openxmlformats.org/drawingml/2006/main">
              <a:ext uri="{FF2B5EF4-FFF2-40B4-BE49-F238E27FC236}">
                <a16:creationId xmlns:a16="http://schemas.microsoft.com/office/drawing/2014/main" id="{D42FB847-AFBD-49B8-9C74-1A5058F5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47950"/>
            <a:ext cx="2571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DIN Thru</a:t>
            </a:r>
          </a:p>
        </p:txBody>
      </p:sp>
      <p:sp>
        <p:nvSpPr>
          <p:cNvPr id="23" name="lane-payload-label-2">
            <a:extLst xmlns:a="http://schemas.openxmlformats.org/drawingml/2006/main">
              <a:ext uri="{FF2B5EF4-FFF2-40B4-BE49-F238E27FC236}">
                <a16:creationId xmlns:a16="http://schemas.microsoft.com/office/drawing/2014/main" id="{A1CC0D83-EEAB-4D98-B190-CF52F6BD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48050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傳什麼</a:t>
            </a:r>
          </a:p>
        </p:txBody>
      </p:sp>
      <p:sp>
        <p:nvSpPr>
          <p:cNvPr id="24" name="lane-payload-2">
            <a:extLst xmlns:a="http://schemas.openxmlformats.org/drawingml/2006/main">
              <a:ext uri="{FF2B5EF4-FFF2-40B4-BE49-F238E27FC236}">
                <a16:creationId xmlns:a16="http://schemas.microsoft.com/office/drawing/2014/main" id="{8476D1B8-BA59-4A22-A2D6-93C4F353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33800"/>
            <a:ext cx="2457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電腦 MIDI</a:t>
            </a:r>
          </a:p>
        </p:txBody>
      </p:sp>
      <p:sp>
        <p:nvSpPr>
          <p:cNvPr id="25" name="lane-dest-label-2">
            <a:extLst xmlns:a="http://schemas.openxmlformats.org/drawingml/2006/main">
              <a:ext uri="{FF2B5EF4-FFF2-40B4-BE49-F238E27FC236}">
                <a16:creationId xmlns:a16="http://schemas.microsoft.com/office/drawing/2014/main" id="{6EDA8C2B-EA0B-44A1-8852-BDE2B2F9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48200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送去哪裡</a:t>
            </a:r>
          </a:p>
        </p:txBody>
      </p:sp>
      <p:sp>
        <p:nvSpPr>
          <p:cNvPr id="26" name="lane-dest-2">
            <a:extLst xmlns:a="http://schemas.openxmlformats.org/drawingml/2006/main">
              <a:ext uri="{FF2B5EF4-FFF2-40B4-BE49-F238E27FC236}">
                <a16:creationId xmlns:a16="http://schemas.microsoft.com/office/drawing/2014/main" id="{BB81AB83-9312-4AD9-9EE2-83EB59E6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33950"/>
            <a:ext cx="2457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五針 MIDI OUT</a:t>
            </a:r>
          </a:p>
        </p:txBody>
      </p:sp>
      <p:cxnSp>
        <p:nvCxnSpPr>
          <p:cNvPr id="64" name="lane-separator-2"/>
          <p:cNvCxnSpPr/>
          <p:nvPr/>
        </p:nvCxnSpPr>
        <p:spPr>
          <a:xfrm xmlns:a="http://schemas.openxmlformats.org/drawingml/2006/main">
            <a:off x="9010650" y="16954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8" name="lane-dot-3">
            <a:extLst xmlns:a="http://schemas.openxmlformats.org/drawingml/2006/main">
              <a:ext uri="{FF2B5EF4-FFF2-40B4-BE49-F238E27FC236}">
                <a16:creationId xmlns:a16="http://schemas.microsoft.com/office/drawing/2014/main" id="{0469F1E1-8570-458A-9C7E-2E5A7347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257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lane-number-3">
            <a:extLst xmlns:a="http://schemas.openxmlformats.org/drawingml/2006/main">
              <a:ext uri="{FF2B5EF4-FFF2-40B4-BE49-F238E27FC236}">
                <a16:creationId xmlns:a16="http://schemas.microsoft.com/office/drawing/2014/main" id="{53C64153-F8E9-4BD4-8F14-37FB2049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695450"/>
            <a:ext cx="60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30" name="lane-name-3">
            <a:extLst xmlns:a="http://schemas.openxmlformats.org/drawingml/2006/main">
              <a:ext uri="{FF2B5EF4-FFF2-40B4-BE49-F238E27FC236}">
                <a16:creationId xmlns:a16="http://schemas.microsoft.com/office/drawing/2014/main" id="{C1800CB1-90EF-4042-93B7-BD05B1D7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47950"/>
            <a:ext cx="2571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ALV</a:t>
            </a:r>
          </a:p>
        </p:txBody>
      </p:sp>
      <p:sp>
        <p:nvSpPr>
          <p:cNvPr id="31" name="lane-payload-label-3">
            <a:extLst xmlns:a="http://schemas.openxmlformats.org/drawingml/2006/main">
              <a:ext uri="{FF2B5EF4-FFF2-40B4-BE49-F238E27FC236}">
                <a16:creationId xmlns:a16="http://schemas.microsoft.com/office/drawing/2014/main" id="{BC6A5C5B-BBFB-4C54-9C9D-FB229B01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48050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傳什麼</a:t>
            </a:r>
          </a:p>
        </p:txBody>
      </p:sp>
      <p:sp>
        <p:nvSpPr>
          <p:cNvPr id="32" name="lane-payload-3">
            <a:extLst xmlns:a="http://schemas.openxmlformats.org/drawingml/2006/main">
              <a:ext uri="{FF2B5EF4-FFF2-40B4-BE49-F238E27FC236}">
                <a16:creationId xmlns:a16="http://schemas.microsoft.com/office/drawing/2014/main" id="{5CC12DF0-C44F-4A4B-8F21-C4AF2D95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733800"/>
            <a:ext cx="2457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Analog Lab 通訊</a:t>
            </a:r>
          </a:p>
        </p:txBody>
      </p:sp>
      <p:sp>
        <p:nvSpPr>
          <p:cNvPr id="33" name="lane-dest-label-3">
            <a:extLst xmlns:a="http://schemas.openxmlformats.org/drawingml/2006/main">
              <a:ext uri="{FF2B5EF4-FFF2-40B4-BE49-F238E27FC236}">
                <a16:creationId xmlns:a16="http://schemas.microsoft.com/office/drawing/2014/main" id="{2342C3C7-3D1B-4528-AB73-9EEEA56A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648200"/>
            <a:ext cx="85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送去哪裡</a:t>
            </a:r>
          </a:p>
        </p:txBody>
      </p:sp>
      <p:sp>
        <p:nvSpPr>
          <p:cNvPr id="34" name="lane-dest-3">
            <a:extLst xmlns:a="http://schemas.openxmlformats.org/drawingml/2006/main">
              <a:ext uri="{FF2B5EF4-FFF2-40B4-BE49-F238E27FC236}">
                <a16:creationId xmlns:a16="http://schemas.microsoft.com/office/drawing/2014/main" id="{0C19A877-C025-4002-9EBB-61171D0B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933950"/>
            <a:ext cx="2457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Analog Lab</a:t>
            </a:r>
          </a:p>
        </p:txBody>
      </p:sp>
      <p:sp>
        <p:nvSpPr>
          <p:cNvPr id="35" name="overview-key">
            <a:extLst xmlns:a="http://schemas.openxmlformats.org/drawingml/2006/main">
              <a:ext uri="{FF2B5EF4-FFF2-40B4-BE49-F238E27FC236}">
                <a16:creationId xmlns:a16="http://schemas.microsoft.com/office/drawing/2014/main" id="{902A4574-3638-4444-AD39-54DC3FA1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600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overview-key-text">
            <a:extLst xmlns:a="http://schemas.openxmlformats.org/drawingml/2006/main">
              <a:ext uri="{FF2B5EF4-FFF2-40B4-BE49-F238E27FC236}">
                <a16:creationId xmlns:a16="http://schemas.microsoft.com/office/drawing/2014/main" id="{225DE5DC-FFE2-478B-9EA8-1C98696D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關鍵：port 名稱不是重複選項，而是不同協定與路由。</a:t>
            </a:r>
          </a:p>
        </p:txBody>
      </p:sp>
      <p:sp>
        <p:nvSpPr>
          <p:cNvPr id="37" name="page-2">
            <a:extLst xmlns:a="http://schemas.openxmlformats.org/drawingml/2006/main">
              <a:ext uri="{FF2B5EF4-FFF2-40B4-BE49-F238E27FC236}">
                <a16:creationId xmlns:a16="http://schemas.microsoft.com/office/drawing/2014/main" id="{CFA1E773-A7E0-42B7-8331-01A62749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15780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9F15DC-FF86-4AAA-AA78-B294E3EA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普通 MIDI：把演奏動作翻成音符與 CC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BB47495-19E6-4C5C-8163-3B56E61D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這條 lane 描述的是「你演奏了什麼、旋鈕轉到哪裡」。</a:t>
            </a:r>
          </a:p>
        </p:txBody>
      </p:sp>
      <p:sp>
        <p:nvSpPr>
          <p:cNvPr id="3" name="midi-arrow-1">
            <a:extLst xmlns:a="http://schemas.openxmlformats.org/drawingml/2006/main">
              <a:ext uri="{FF2B5EF4-FFF2-40B4-BE49-F238E27FC236}">
                <a16:creationId xmlns:a16="http://schemas.microsoft.com/office/drawing/2014/main" id="{95740E5D-467D-4CED-9E06-6B1A92B0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57500"/>
            <a:ext cx="1047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idi-arrow-2">
            <a:extLst xmlns:a="http://schemas.openxmlformats.org/drawingml/2006/main">
              <a:ext uri="{FF2B5EF4-FFF2-40B4-BE49-F238E27FC236}">
                <a16:creationId xmlns:a16="http://schemas.microsoft.com/office/drawing/2014/main" id="{7FB093FD-B7FC-4077-8A62-6C4999B6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57500"/>
            <a:ext cx="1047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idi-step-box-0">
            <a:extLst xmlns:a="http://schemas.openxmlformats.org/drawingml/2006/main">
              <a:ext uri="{FF2B5EF4-FFF2-40B4-BE49-F238E27FC236}">
                <a16:creationId xmlns:a16="http://schemas.microsoft.com/office/drawing/2014/main" id="{D7DF9E6A-F9B6-4FFC-8AE9-38A6973E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midi-step-circle-0">
            <a:extLst xmlns:a="http://schemas.openxmlformats.org/drawingml/2006/main">
              <a:ext uri="{FF2B5EF4-FFF2-40B4-BE49-F238E27FC236}">
                <a16:creationId xmlns:a16="http://schemas.microsoft.com/office/drawing/2014/main" id="{5A7ECD50-7FB1-495D-91AF-19014398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idi-step-no-0">
            <a:extLst xmlns:a="http://schemas.openxmlformats.org/drawingml/2006/main">
              <a:ext uri="{FF2B5EF4-FFF2-40B4-BE49-F238E27FC236}">
                <a16:creationId xmlns:a16="http://schemas.microsoft.com/office/drawing/2014/main" id="{DE6E6E0E-440B-452F-B3E9-C52449EC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49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8" name="midi-step-note-0">
            <a:extLst xmlns:a="http://schemas.openxmlformats.org/drawingml/2006/main">
              <a:ext uri="{FF2B5EF4-FFF2-40B4-BE49-F238E27FC236}">
                <a16:creationId xmlns:a16="http://schemas.microsoft.com/office/drawing/2014/main" id="{6DD54A1B-3150-4A39-A269-19B43FF7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0030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GESTURE</a:t>
            </a:r>
          </a:p>
        </p:txBody>
      </p:sp>
      <p:sp>
        <p:nvSpPr>
          <p:cNvPr id="9" name="midi-step-title-0">
            <a:extLst xmlns:a="http://schemas.openxmlformats.org/drawingml/2006/main">
              <a:ext uri="{FF2B5EF4-FFF2-40B4-BE49-F238E27FC236}">
                <a16:creationId xmlns:a16="http://schemas.microsoft.com/office/drawing/2014/main" id="{6A8BADE6-9A91-4EEF-8B5A-9AD0C8F0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66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你的動作</a:t>
            </a:r>
          </a:p>
        </p:txBody>
      </p:sp>
      <p:sp>
        <p:nvSpPr>
          <p:cNvPr id="10" name="midi-step-body-0">
            <a:extLst xmlns:a="http://schemas.openxmlformats.org/drawingml/2006/main">
              <a:ext uri="{FF2B5EF4-FFF2-40B4-BE49-F238E27FC236}">
                <a16:creationId xmlns:a16="http://schemas.microsoft.com/office/drawing/2014/main" id="{B950EDF0-E5A8-4886-9DF8-41E74529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66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按鍵、打 pad、轉旋鈕</a:t>
            </a:r>
          </a:p>
        </p:txBody>
      </p:sp>
      <p:sp>
        <p:nvSpPr>
          <p:cNvPr id="11" name="midi-step-box-1">
            <a:extLst xmlns:a="http://schemas.openxmlformats.org/drawingml/2006/main">
              <a:ext uri="{FF2B5EF4-FFF2-40B4-BE49-F238E27FC236}">
                <a16:creationId xmlns:a16="http://schemas.microsoft.com/office/drawing/2014/main" id="{636AAC2E-1967-4E87-9E3D-1A8D26F0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midi-step-circle-1">
            <a:extLst xmlns:a="http://schemas.openxmlformats.org/drawingml/2006/main">
              <a:ext uri="{FF2B5EF4-FFF2-40B4-BE49-F238E27FC236}">
                <a16:creationId xmlns:a16="http://schemas.microsoft.com/office/drawing/2014/main" id="{CB07FB4E-08C6-41FA-B180-D71C6FCE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43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idi-step-no-1">
            <a:extLst xmlns:a="http://schemas.openxmlformats.org/drawingml/2006/main">
              <a:ext uri="{FF2B5EF4-FFF2-40B4-BE49-F238E27FC236}">
                <a16:creationId xmlns:a16="http://schemas.microsoft.com/office/drawing/2014/main" id="{604400C6-58C9-4483-A342-35DF740A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38400"/>
            <a:ext cx="49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4" name="midi-step-note-1">
            <a:extLst xmlns:a="http://schemas.openxmlformats.org/drawingml/2006/main">
              <a:ext uri="{FF2B5EF4-FFF2-40B4-BE49-F238E27FC236}">
                <a16:creationId xmlns:a16="http://schemas.microsoft.com/office/drawing/2014/main" id="{8857E2DF-F756-4115-B77A-D06F6F80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40030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MESSAGE</a:t>
            </a:r>
          </a:p>
        </p:txBody>
      </p:sp>
      <p:sp>
        <p:nvSpPr>
          <p:cNvPr id="15" name="midi-step-title-1">
            <a:extLst xmlns:a="http://schemas.openxmlformats.org/drawingml/2006/main">
              <a:ext uri="{FF2B5EF4-FFF2-40B4-BE49-F238E27FC236}">
                <a16:creationId xmlns:a16="http://schemas.microsoft.com/office/drawing/2014/main" id="{AF7A9082-3136-49B8-824C-04590F7B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05150"/>
            <a:ext cx="266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MIDI 訊息</a:t>
            </a:r>
          </a:p>
        </p:txBody>
      </p:sp>
      <p:sp>
        <p:nvSpPr>
          <p:cNvPr id="16" name="midi-step-body-1">
            <a:extLst xmlns:a="http://schemas.openxmlformats.org/drawingml/2006/main">
              <a:ext uri="{FF2B5EF4-FFF2-40B4-BE49-F238E27FC236}">
                <a16:creationId xmlns:a16="http://schemas.microsoft.com/office/drawing/2014/main" id="{F1A3F666-3705-4897-A377-07A00BD3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38550"/>
            <a:ext cx="266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Note · Velocity · CC</a:t>
            </a:r>
          </a:p>
        </p:txBody>
      </p:sp>
      <p:sp>
        <p:nvSpPr>
          <p:cNvPr id="17" name="midi-step-box-2">
            <a:extLst xmlns:a="http://schemas.openxmlformats.org/drawingml/2006/main">
              <a:ext uri="{FF2B5EF4-FFF2-40B4-BE49-F238E27FC236}">
                <a16:creationId xmlns:a16="http://schemas.microsoft.com/office/drawing/2014/main" id="{441FCBA8-CF7D-44EB-8F51-A3EA49F3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midi-step-circle-2">
            <a:extLst xmlns:a="http://schemas.openxmlformats.org/drawingml/2006/main">
              <a:ext uri="{FF2B5EF4-FFF2-40B4-BE49-F238E27FC236}">
                <a16:creationId xmlns:a16="http://schemas.microsoft.com/office/drawing/2014/main" id="{8BE81F1A-A82E-4ED2-85DA-C1BB789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idi-step-no-2">
            <a:extLst xmlns:a="http://schemas.openxmlformats.org/drawingml/2006/main">
              <a:ext uri="{FF2B5EF4-FFF2-40B4-BE49-F238E27FC236}">
                <a16:creationId xmlns:a16="http://schemas.microsoft.com/office/drawing/2014/main" id="{DB0AD94E-898F-4788-9168-C028542A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38400"/>
            <a:ext cx="49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0" name="midi-step-note-2">
            <a:extLst xmlns:a="http://schemas.openxmlformats.org/drawingml/2006/main">
              <a:ext uri="{FF2B5EF4-FFF2-40B4-BE49-F238E27FC236}">
                <a16:creationId xmlns:a16="http://schemas.microsoft.com/office/drawing/2014/main" id="{B570D468-136B-4997-95C1-2B47F9D6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0030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DESTINATION</a:t>
            </a:r>
          </a:p>
        </p:txBody>
      </p:sp>
      <p:sp>
        <p:nvSpPr>
          <p:cNvPr id="21" name="midi-step-title-2">
            <a:extLst xmlns:a="http://schemas.openxmlformats.org/drawingml/2006/main">
              <a:ext uri="{FF2B5EF4-FFF2-40B4-BE49-F238E27FC236}">
                <a16:creationId xmlns:a16="http://schemas.microsoft.com/office/drawing/2014/main" id="{8FEAD6A7-CC5A-465C-9525-1340E7DF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05150"/>
            <a:ext cx="266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目標發聲</a:t>
            </a:r>
          </a:p>
        </p:txBody>
      </p:sp>
      <p:sp>
        <p:nvSpPr>
          <p:cNvPr id="22" name="midi-step-body-2">
            <a:extLst xmlns:a="http://schemas.openxmlformats.org/drawingml/2006/main">
              <a:ext uri="{FF2B5EF4-FFF2-40B4-BE49-F238E27FC236}">
                <a16:creationId xmlns:a16="http://schemas.microsoft.com/office/drawing/2014/main" id="{6B07C3F9-12A4-499D-AFC5-3FF3ABFA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38550"/>
            <a:ext cx="266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軟體樂器／DAW 接收</a:t>
            </a:r>
          </a:p>
        </p:txBody>
      </p:sp>
      <p:sp>
        <p:nvSpPr>
          <p:cNvPr id="23" name="midi-example-label">
            <a:extLst xmlns:a="http://schemas.openxmlformats.org/drawingml/2006/main">
              <a:ext uri="{FF2B5EF4-FFF2-40B4-BE49-F238E27FC236}">
                <a16:creationId xmlns:a16="http://schemas.microsoft.com/office/drawing/2014/main" id="{5415895A-02DC-49FC-96DC-649C8079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4825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範例 payload</a:t>
            </a:r>
          </a:p>
        </p:txBody>
      </p:sp>
      <p:sp>
        <p:nvSpPr>
          <p:cNvPr id="24" name="midi-example">
            <a:extLst xmlns:a="http://schemas.openxmlformats.org/drawingml/2006/main">
              <a:ext uri="{FF2B5EF4-FFF2-40B4-BE49-F238E27FC236}">
                <a16:creationId xmlns:a16="http://schemas.microsoft.com/office/drawing/2014/main" id="{7511854F-D2C4-4400-A2D0-61AB9D5A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72100"/>
            <a:ext cx="7715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idi-example-text">
            <a:extLst xmlns:a="http://schemas.openxmlformats.org/drawingml/2006/main">
              <a:ext uri="{FF2B5EF4-FFF2-40B4-BE49-F238E27FC236}">
                <a16:creationId xmlns:a16="http://schemas.microsoft.com/office/drawing/2014/main" id="{6B7260FF-A5FC-4921-A47E-BEB2CD26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Note C3   ·   Velocity 92   ·   CC 74 = 64</a:t>
            </a:r>
          </a:p>
        </p:txBody>
      </p:sp>
      <p:sp>
        <p:nvSpPr>
          <p:cNvPr id="26" name="midi-no-audio">
            <a:extLst xmlns:a="http://schemas.openxmlformats.org/drawingml/2006/main">
              <a:ext uri="{FF2B5EF4-FFF2-40B4-BE49-F238E27FC236}">
                <a16:creationId xmlns:a16="http://schemas.microsoft.com/office/drawing/2014/main" id="{D06875A9-6409-4707-AE9F-8B3F158C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81625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t>不是音訊：聲音由接收端產生。</a:t>
            </a:r>
          </a:p>
        </p:txBody>
      </p:sp>
      <p:sp>
        <p:nvSpPr>
          <p:cNvPr id="27" name="page-3">
            <a:extLst xmlns:a="http://schemas.openxmlformats.org/drawingml/2006/main">
              <a:ext uri="{FF2B5EF4-FFF2-40B4-BE49-F238E27FC236}">
                <a16:creationId xmlns:a16="http://schemas.microsoft.com/office/drawing/2014/main" id="{D1CB5D1A-0857-40DD-885D-A84FA0C7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996816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9F7B16-454F-4D04-A2CD-85B9E934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MCU / HUI 控的是 DAW，不是音符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C3C9B5F-19F9-4D4C-B08C-11376A57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同一個按鍵切到 MCU/HUI lane 後，意思從「演奏」變成「操作軟體」。</a:t>
            </a:r>
          </a:p>
        </p:txBody>
      </p:sp>
      <p:sp>
        <p:nvSpPr>
          <p:cNvPr id="3" name="mcu-left-panel">
            <a:extLst xmlns:a="http://schemas.openxmlformats.org/drawingml/2006/main">
              <a:ext uri="{FF2B5EF4-FFF2-40B4-BE49-F238E27FC236}">
                <a16:creationId xmlns:a16="http://schemas.microsoft.com/office/drawing/2014/main" id="{A3E427B3-2FA4-46F5-AC1E-FF860349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5334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mcu-right-panel">
            <a:extLst xmlns:a="http://schemas.openxmlformats.org/drawingml/2006/main">
              <a:ext uri="{FF2B5EF4-FFF2-40B4-BE49-F238E27FC236}">
                <a16:creationId xmlns:a16="http://schemas.microsoft.com/office/drawing/2014/main" id="{790C6E98-237B-449C-B9BC-4A136845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5334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mcu-left-kicker">
            <a:extLst xmlns:a="http://schemas.openxmlformats.org/drawingml/2006/main">
              <a:ext uri="{FF2B5EF4-FFF2-40B4-BE49-F238E27FC236}">
                <a16:creationId xmlns:a16="http://schemas.microsoft.com/office/drawing/2014/main" id="{7B9ED3E2-61AA-4148-BB8B-D9C287CB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普通 MIDI</a:t>
            </a:r>
          </a:p>
        </p:txBody>
      </p:sp>
      <p:sp>
        <p:nvSpPr>
          <p:cNvPr id="6" name="mcu-left-head">
            <a:extLst xmlns:a="http://schemas.openxmlformats.org/drawingml/2006/main">
              <a:ext uri="{FF2B5EF4-FFF2-40B4-BE49-F238E27FC236}">
                <a16:creationId xmlns:a16="http://schemas.microsoft.com/office/drawing/2014/main" id="{548A806D-641D-4BED-A4DA-59AB2687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381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演奏資料</a:t>
            </a:r>
          </a:p>
        </p:txBody>
      </p:sp>
      <p:sp>
        <p:nvSpPr>
          <p:cNvPr id="7" name="mcu-left-data">
            <a:extLst xmlns:a="http://schemas.openxmlformats.org/drawingml/2006/main">
              <a:ext uri="{FF2B5EF4-FFF2-40B4-BE49-F238E27FC236}">
                <a16:creationId xmlns:a16="http://schemas.microsoft.com/office/drawing/2014/main" id="{AEEBE89B-4404-4D19-89F0-F6BB2BC7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90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Notes
CC</a:t>
            </a:r>
          </a:p>
        </p:txBody>
      </p:sp>
      <p:sp>
        <p:nvSpPr>
          <p:cNvPr id="8" name="mcu-left-arrow">
            <a:extLst xmlns:a="http://schemas.openxmlformats.org/drawingml/2006/main">
              <a:ext uri="{FF2B5EF4-FFF2-40B4-BE49-F238E27FC236}">
                <a16:creationId xmlns:a16="http://schemas.microsoft.com/office/drawing/2014/main" id="{962C6397-8CEE-4EFF-A391-F82F968C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33800"/>
            <a:ext cx="762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cu-left-dest">
            <a:extLst xmlns:a="http://schemas.openxmlformats.org/drawingml/2006/main">
              <a:ext uri="{FF2B5EF4-FFF2-40B4-BE49-F238E27FC236}">
                <a16:creationId xmlns:a16="http://schemas.microsoft.com/office/drawing/2014/main" id="{70193763-EE7C-4962-A02C-B8805484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43300"/>
            <a:ext cx="1524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軟體樂器
或 MIDI 軌</a:t>
            </a:r>
          </a:p>
        </p:txBody>
      </p:sp>
      <p:sp>
        <p:nvSpPr>
          <p:cNvPr id="10" name="mcu-right-kicker">
            <a:extLst xmlns:a="http://schemas.openxmlformats.org/drawingml/2006/main">
              <a:ext uri="{FF2B5EF4-FFF2-40B4-BE49-F238E27FC236}">
                <a16:creationId xmlns:a16="http://schemas.microsoft.com/office/drawing/2014/main" id="{61D97B9A-A34E-4460-835D-18921B5F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MCU / HUI</a:t>
            </a:r>
          </a:p>
        </p:txBody>
      </p:sp>
      <p:sp>
        <p:nvSpPr>
          <p:cNvPr id="11" name="mcu-right-head">
            <a:extLst xmlns:a="http://schemas.openxmlformats.org/drawingml/2006/main">
              <a:ext uri="{FF2B5EF4-FFF2-40B4-BE49-F238E27FC236}">
                <a16:creationId xmlns:a16="http://schemas.microsoft.com/office/drawing/2014/main" id="{5928D34B-FD44-4652-8B97-8AC186AB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33700"/>
            <a:ext cx="2381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DAW 命令</a:t>
            </a:r>
          </a:p>
        </p:txBody>
      </p:sp>
      <p:sp>
        <p:nvSpPr>
          <p:cNvPr id="12" name="mcu-play">
            <a:extLst xmlns:a="http://schemas.openxmlformats.org/drawingml/2006/main">
              <a:ext uri="{FF2B5EF4-FFF2-40B4-BE49-F238E27FC236}">
                <a16:creationId xmlns:a16="http://schemas.microsoft.com/office/drawing/2014/main" id="{A3F56FB7-F83C-46F3-A090-6640024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9715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cu-play-text">
            <a:extLst xmlns:a="http://schemas.openxmlformats.org/drawingml/2006/main">
              <a:ext uri="{FF2B5EF4-FFF2-40B4-BE49-F238E27FC236}">
                <a16:creationId xmlns:a16="http://schemas.microsoft.com/office/drawing/2014/main" id="{9F0499B1-104F-491A-A5DF-557D1136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71900"/>
            <a:ext cx="971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PLAY</a:t>
            </a:r>
          </a:p>
        </p:txBody>
      </p:sp>
      <p:sp>
        <p:nvSpPr>
          <p:cNvPr id="14" name="mcu-stop">
            <a:extLst xmlns:a="http://schemas.openxmlformats.org/drawingml/2006/main">
              <a:ext uri="{FF2B5EF4-FFF2-40B4-BE49-F238E27FC236}">
                <a16:creationId xmlns:a16="http://schemas.microsoft.com/office/drawing/2014/main" id="{24020CBB-E9D7-4113-A234-AC6ED8CC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38550"/>
            <a:ext cx="9715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mcu-stop-text">
            <a:extLst xmlns:a="http://schemas.openxmlformats.org/drawingml/2006/main">
              <a:ext uri="{FF2B5EF4-FFF2-40B4-BE49-F238E27FC236}">
                <a16:creationId xmlns:a16="http://schemas.microsoft.com/office/drawing/2014/main" id="{9AA1BE0C-701C-48C6-83CD-C3D2234E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71900"/>
            <a:ext cx="971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STOP</a:t>
            </a:r>
          </a:p>
        </p:txBody>
      </p:sp>
      <p:sp>
        <p:nvSpPr>
          <p:cNvPr id="16" name="mcu-rec">
            <a:extLst xmlns:a="http://schemas.openxmlformats.org/drawingml/2006/main">
              <a:ext uri="{FF2B5EF4-FFF2-40B4-BE49-F238E27FC236}">
                <a16:creationId xmlns:a16="http://schemas.microsoft.com/office/drawing/2014/main" id="{27A3FAFC-ECCB-4026-A558-CF055ECA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38550"/>
            <a:ext cx="9715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cu-rec-text">
            <a:extLst xmlns:a="http://schemas.openxmlformats.org/drawingml/2006/main">
              <a:ext uri="{FF2B5EF4-FFF2-40B4-BE49-F238E27FC236}">
                <a16:creationId xmlns:a16="http://schemas.microsoft.com/office/drawing/2014/main" id="{8D344360-7B3B-4C11-8113-7D761E04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71900"/>
            <a:ext cx="971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REC</a:t>
            </a:r>
          </a:p>
        </p:txBody>
      </p:sp>
      <p:sp>
        <p:nvSpPr>
          <p:cNvPr id="18" name="mcu-right-dest">
            <a:extLst xmlns:a="http://schemas.openxmlformats.org/drawingml/2006/main">
              <a:ext uri="{FF2B5EF4-FFF2-40B4-BE49-F238E27FC236}">
                <a16:creationId xmlns:a16="http://schemas.microsoft.com/office/drawing/2014/main" id="{F2AEBAFE-9157-4636-942B-8A12DE77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14850"/>
            <a:ext cx="438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→  播放 · 停止 · 錄音 · 軌道控制</a:t>
            </a:r>
          </a:p>
        </p:txBody>
      </p:sp>
      <p:sp>
        <p:nvSpPr>
          <p:cNvPr id="19" name="mcu-rule">
            <a:extLst xmlns:a="http://schemas.openxmlformats.org/drawingml/2006/main">
              <a:ext uri="{FF2B5EF4-FFF2-40B4-BE49-F238E27FC236}">
                <a16:creationId xmlns:a16="http://schemas.microsoft.com/office/drawing/2014/main" id="{2048982C-F240-4428-8B68-0F95860A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1201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cu-rule-text">
            <a:extLst xmlns:a="http://schemas.openxmlformats.org/drawingml/2006/main">
              <a:ext uri="{FF2B5EF4-FFF2-40B4-BE49-F238E27FC236}">
                <a16:creationId xmlns:a16="http://schemas.microsoft.com/office/drawing/2014/main" id="{0993F089-A49F-4B05-B449-541966DD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43575"/>
            <a:ext cx="10706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t>判斷方式：如果你想控制 DAW transport，就選 MCU / HUI port。</a:t>
            </a:r>
          </a:p>
        </p:txBody>
      </p:sp>
      <p:sp>
        <p:nvSpPr>
          <p:cNvPr id="21" name="page-4">
            <a:extLst xmlns:a="http://schemas.openxmlformats.org/drawingml/2006/main">
              <a:ext uri="{FF2B5EF4-FFF2-40B4-BE49-F238E27FC236}">
                <a16:creationId xmlns:a16="http://schemas.microsoft.com/office/drawing/2014/main" id="{28520B9B-0B14-479E-823A-F4BD542D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40038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A0D3F1-4A56-4CE5-B245-B1A21F17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DIN Thru：把電腦 MIDI 送到五針輸出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3C6FA98-EA55-48BE-B955-B9AB23D0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MiniLab 3 在這裡扮演 USB-to-DIN 的橋。</a:t>
            </a:r>
          </a:p>
        </p:txBody>
      </p:sp>
      <p:sp>
        <p:nvSpPr>
          <p:cNvPr id="3" name="din-arrow-1">
            <a:extLst xmlns:a="http://schemas.openxmlformats.org/drawingml/2006/main">
              <a:ext uri="{FF2B5EF4-FFF2-40B4-BE49-F238E27FC236}">
                <a16:creationId xmlns:a16="http://schemas.microsoft.com/office/drawing/2014/main" id="{1B7FFDF8-2E73-4A68-90BC-7D285629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38500"/>
            <a:ext cx="4953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n-arrow-2">
            <a:extLst xmlns:a="http://schemas.openxmlformats.org/drawingml/2006/main">
              <a:ext uri="{FF2B5EF4-FFF2-40B4-BE49-F238E27FC236}">
                <a16:creationId xmlns:a16="http://schemas.microsoft.com/office/drawing/2014/main" id="{1B33129C-207A-418B-82E1-76E530BC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38500"/>
            <a:ext cx="4953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in-card-0">
            <a:extLst xmlns:a="http://schemas.openxmlformats.org/drawingml/2006/main">
              <a:ext uri="{FF2B5EF4-FFF2-40B4-BE49-F238E27FC236}">
                <a16:creationId xmlns:a16="http://schemas.microsoft.com/office/drawing/2014/main" id="{34D04E23-30FC-4399-BF20-775421BB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3352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din-label-0">
            <a:extLst xmlns:a="http://schemas.openxmlformats.org/drawingml/2006/main">
              <a:ext uri="{FF2B5EF4-FFF2-40B4-BE49-F238E27FC236}">
                <a16:creationId xmlns:a16="http://schemas.microsoft.com/office/drawing/2014/main" id="{57C397EC-7F3A-4BDB-A9FA-69E30E3E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228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SOURCE</a:t>
            </a:r>
          </a:p>
        </p:txBody>
      </p:sp>
      <p:sp>
        <p:nvSpPr>
          <p:cNvPr id="7" name="din-title-0">
            <a:extLst xmlns:a="http://schemas.openxmlformats.org/drawingml/2006/main">
              <a:ext uri="{FF2B5EF4-FFF2-40B4-BE49-F238E27FC236}">
                <a16:creationId xmlns:a16="http://schemas.microsoft.com/office/drawing/2014/main" id="{AF92D57B-1C12-4260-A324-EC69760E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276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電腦</a:t>
            </a:r>
          </a:p>
        </p:txBody>
      </p:sp>
      <p:sp>
        <p:nvSpPr>
          <p:cNvPr id="8" name="din-body-0">
            <a:extLst xmlns:a="http://schemas.openxmlformats.org/drawingml/2006/main">
              <a:ext uri="{FF2B5EF4-FFF2-40B4-BE49-F238E27FC236}">
                <a16:creationId xmlns:a16="http://schemas.microsoft.com/office/drawing/2014/main" id="{03B28D20-F3F2-4453-B114-68EADB67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27813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DAW／MIDI 軌
送出 MIDI 資料</a:t>
            </a:r>
          </a:p>
        </p:txBody>
      </p:sp>
      <p:sp>
        <p:nvSpPr>
          <p:cNvPr id="9" name="din-badge-0">
            <a:extLst xmlns:a="http://schemas.openxmlformats.org/drawingml/2006/main">
              <a:ext uri="{FF2B5EF4-FFF2-40B4-BE49-F238E27FC236}">
                <a16:creationId xmlns:a16="http://schemas.microsoft.com/office/drawing/2014/main" id="{846D4D36-27A1-469C-A270-B8D69D2A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n-badge-text-0">
            <a:extLst xmlns:a="http://schemas.openxmlformats.org/drawingml/2006/main">
              <a:ext uri="{FF2B5EF4-FFF2-40B4-BE49-F238E27FC236}">
                <a16:creationId xmlns:a16="http://schemas.microsoft.com/office/drawing/2014/main" id="{E0EA7443-3BCA-4778-93DC-048F8530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USB MIDI</a:t>
            </a:r>
          </a:p>
        </p:txBody>
      </p:sp>
      <p:sp>
        <p:nvSpPr>
          <p:cNvPr id="11" name="din-card-1">
            <a:extLst xmlns:a="http://schemas.openxmlformats.org/drawingml/2006/main">
              <a:ext uri="{FF2B5EF4-FFF2-40B4-BE49-F238E27FC236}">
                <a16:creationId xmlns:a16="http://schemas.microsoft.com/office/drawing/2014/main" id="{7F1AF6DB-FAA9-492A-9348-68C3CDE5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3352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din-label-1">
            <a:extLst xmlns:a="http://schemas.openxmlformats.org/drawingml/2006/main">
              <a:ext uri="{FF2B5EF4-FFF2-40B4-BE49-F238E27FC236}">
                <a16:creationId xmlns:a16="http://schemas.microsoft.com/office/drawing/2014/main" id="{A5B53EC2-072A-40E0-8E9D-0B70831A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05050"/>
            <a:ext cx="228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BRIDGE</a:t>
            </a:r>
          </a:p>
        </p:txBody>
      </p:sp>
      <p:sp>
        <p:nvSpPr>
          <p:cNvPr id="13" name="din-title-1">
            <a:extLst xmlns:a="http://schemas.openxmlformats.org/drawingml/2006/main">
              <a:ext uri="{FF2B5EF4-FFF2-40B4-BE49-F238E27FC236}">
                <a16:creationId xmlns:a16="http://schemas.microsoft.com/office/drawing/2014/main" id="{DA2637F2-BDAF-4F1B-BDB1-41C9424D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19400"/>
            <a:ext cx="276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MiniLab 3</a:t>
            </a:r>
          </a:p>
        </p:txBody>
      </p:sp>
      <p:sp>
        <p:nvSpPr>
          <p:cNvPr id="14" name="din-body-1">
            <a:extLst xmlns:a="http://schemas.openxmlformats.org/drawingml/2006/main">
              <a:ext uri="{FF2B5EF4-FFF2-40B4-BE49-F238E27FC236}">
                <a16:creationId xmlns:a16="http://schemas.microsoft.com/office/drawing/2014/main" id="{C1E22C0A-D22D-4E78-8372-A62CA046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86150"/>
            <a:ext cx="27813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接收電腦 MIDI
並轉送到實體端口</a:t>
            </a:r>
          </a:p>
        </p:txBody>
      </p:sp>
      <p:sp>
        <p:nvSpPr>
          <p:cNvPr id="15" name="din-badge-1">
            <a:extLst xmlns:a="http://schemas.openxmlformats.org/drawingml/2006/main">
              <a:ext uri="{FF2B5EF4-FFF2-40B4-BE49-F238E27FC236}">
                <a16:creationId xmlns:a16="http://schemas.microsoft.com/office/drawing/2014/main" id="{A78E644C-9597-49BE-B0BC-859CDF4E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386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in-badge-text-1">
            <a:extLst xmlns:a="http://schemas.openxmlformats.org/drawingml/2006/main">
              <a:ext uri="{FF2B5EF4-FFF2-40B4-BE49-F238E27FC236}">
                <a16:creationId xmlns:a16="http://schemas.microsoft.com/office/drawing/2014/main" id="{535C7C8E-9A10-46D1-9700-25A4E13E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43425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DIN THRU</a:t>
            </a:r>
          </a:p>
        </p:txBody>
      </p:sp>
      <p:sp>
        <p:nvSpPr>
          <p:cNvPr id="17" name="din-card-2">
            <a:extLst xmlns:a="http://schemas.openxmlformats.org/drawingml/2006/main">
              <a:ext uri="{FF2B5EF4-FFF2-40B4-BE49-F238E27FC236}">
                <a16:creationId xmlns:a16="http://schemas.microsoft.com/office/drawing/2014/main" id="{09DD8B07-61E1-4366-9C2C-F91379D2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3352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din-label-2">
            <a:extLst xmlns:a="http://schemas.openxmlformats.org/drawingml/2006/main">
              <a:ext uri="{FF2B5EF4-FFF2-40B4-BE49-F238E27FC236}">
                <a16:creationId xmlns:a16="http://schemas.microsoft.com/office/drawing/2014/main" id="{FE1C691C-BE5C-4DD6-A60F-F7CCA75D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05050"/>
            <a:ext cx="228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DESTINATION</a:t>
            </a:r>
          </a:p>
        </p:txBody>
      </p:sp>
      <p:sp>
        <p:nvSpPr>
          <p:cNvPr id="19" name="din-title-2">
            <a:extLst xmlns:a="http://schemas.openxmlformats.org/drawingml/2006/main">
              <a:ext uri="{FF2B5EF4-FFF2-40B4-BE49-F238E27FC236}">
                <a16:creationId xmlns:a16="http://schemas.microsoft.com/office/drawing/2014/main" id="{918A14D2-3FC6-46BD-912A-1752B129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19400"/>
            <a:ext cx="276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硬體設備</a:t>
            </a:r>
          </a:p>
        </p:txBody>
      </p:sp>
      <p:sp>
        <p:nvSpPr>
          <p:cNvPr id="20" name="din-body-2">
            <a:extLst xmlns:a="http://schemas.openxmlformats.org/drawingml/2006/main">
              <a:ext uri="{FF2B5EF4-FFF2-40B4-BE49-F238E27FC236}">
                <a16:creationId xmlns:a16="http://schemas.microsoft.com/office/drawing/2014/main" id="{FD8FB042-5C36-4EFE-819C-167C271A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86150"/>
            <a:ext cx="27813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合成器／音源
從五針 MIDI IN 接收</a:t>
            </a:r>
          </a:p>
        </p:txBody>
      </p:sp>
      <p:sp>
        <p:nvSpPr>
          <p:cNvPr id="21" name="din-badge-2">
            <a:extLst xmlns:a="http://schemas.openxmlformats.org/drawingml/2006/main">
              <a:ext uri="{FF2B5EF4-FFF2-40B4-BE49-F238E27FC236}">
                <a16:creationId xmlns:a16="http://schemas.microsoft.com/office/drawing/2014/main" id="{85BF9DF3-9B00-453F-A4C0-89FA6596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386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in-badge-text-2">
            <a:extLst xmlns:a="http://schemas.openxmlformats.org/drawingml/2006/main">
              <a:ext uri="{FF2B5EF4-FFF2-40B4-BE49-F238E27FC236}">
                <a16:creationId xmlns:a16="http://schemas.microsoft.com/office/drawing/2014/main" id="{311E2EE4-231F-4A78-9903-0C799DD4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43425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5-PIN MIDI</a:t>
            </a:r>
          </a:p>
        </p:txBody>
      </p:sp>
      <p:cxnSp>
        <p:nvCxnSpPr>
          <p:cNvPr id="48" name="din-bottom-rule"/>
          <p:cNvCxnSpPr/>
          <p:nvPr/>
        </p:nvCxnSpPr>
        <p:spPr>
          <a:xfrm xmlns:a="http://schemas.openxmlformats.org/drawingml/2006/main">
            <a:off x="495300" y="556260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4" name="din-bottom-text">
            <a:extLst xmlns:a="http://schemas.openxmlformats.org/drawingml/2006/main">
              <a:ext uri="{FF2B5EF4-FFF2-40B4-BE49-F238E27FC236}">
                <a16:creationId xmlns:a16="http://schemas.microsoft.com/office/drawing/2014/main" id="{DC2D0137-13E6-4AB0-8A93-973BB66E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53100"/>
            <a:ext cx="11144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結果：電腦裡的 MIDI 指令，從 MiniLab 3 的五針 MIDI OUT 離開。</a:t>
            </a:r>
          </a:p>
        </p:txBody>
      </p:sp>
      <p:sp>
        <p:nvSpPr>
          <p:cNvPr id="25" name="page-5">
            <a:extLst xmlns:a="http://schemas.openxmlformats.org/drawingml/2006/main">
              <a:ext uri="{FF2B5EF4-FFF2-40B4-BE49-F238E27FC236}">
                <a16:creationId xmlns:a16="http://schemas.microsoft.com/office/drawing/2014/main" id="{E106B988-AB28-4CAC-8617-419353B7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142214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2C3276-99DC-4CD6-9BE0-72ACE6C6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ALV 是 Analog Lab 的專用對話通道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99A08D2-219C-4F3A-88CF-11526ED7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它把 MiniLab 3 與 Analog Lab 放在一條獨立的整合路徑上。</a:t>
            </a:r>
          </a:p>
        </p:txBody>
      </p:sp>
      <p:sp>
        <p:nvSpPr>
          <p:cNvPr id="3" name="alv-arrow-left">
            <a:extLst xmlns:a="http://schemas.openxmlformats.org/drawingml/2006/main">
              <a:ext uri="{FF2B5EF4-FFF2-40B4-BE49-F238E27FC236}">
                <a16:creationId xmlns:a16="http://schemas.microsoft.com/office/drawing/2014/main" id="{9911DAF8-B5B2-46C7-BB30-2EF43E73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05150"/>
            <a:ext cx="1123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lv-arrow-right">
            <a:extLst xmlns:a="http://schemas.openxmlformats.org/drawingml/2006/main">
              <a:ext uri="{FF2B5EF4-FFF2-40B4-BE49-F238E27FC236}">
                <a16:creationId xmlns:a16="http://schemas.microsoft.com/office/drawing/2014/main" id="{D07254E8-925A-451E-A5F0-F357B2F1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1123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lv-device">
            <a:extLst xmlns:a="http://schemas.openxmlformats.org/drawingml/2006/main">
              <a:ext uri="{FF2B5EF4-FFF2-40B4-BE49-F238E27FC236}">
                <a16:creationId xmlns:a16="http://schemas.microsoft.com/office/drawing/2014/main" id="{E2217961-276B-4ECC-BCCE-42F03AD3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7241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lv-port">
            <a:extLst xmlns:a="http://schemas.openxmlformats.org/drawingml/2006/main">
              <a:ext uri="{FF2B5EF4-FFF2-40B4-BE49-F238E27FC236}">
                <a16:creationId xmlns:a16="http://schemas.microsoft.com/office/drawing/2014/main" id="{E48D4AC5-7F66-4288-BD98-C6EF0C25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05050"/>
            <a:ext cx="30670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7B61FF"/>
            </a:solidFill>
            <a:prstDash val="solid"/>
          </a:ln>
        </p:spPr>
      </p:sp>
      <p:sp>
        <p:nvSpPr>
          <p:cNvPr id="7" name="alv-app">
            <a:extLst xmlns:a="http://schemas.openxmlformats.org/drawingml/2006/main">
              <a:ext uri="{FF2B5EF4-FFF2-40B4-BE49-F238E27FC236}">
                <a16:creationId xmlns:a16="http://schemas.microsoft.com/office/drawing/2014/main" id="{66DCCE93-EAA3-4E4D-A803-64636449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57450"/>
            <a:ext cx="27241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alv-device-kicker">
            <a:extLst xmlns:a="http://schemas.openxmlformats.org/drawingml/2006/main">
              <a:ext uri="{FF2B5EF4-FFF2-40B4-BE49-F238E27FC236}">
                <a16:creationId xmlns:a16="http://schemas.microsoft.com/office/drawing/2014/main" id="{81A1E4E5-CC56-4080-9238-9073B9D5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HARDWARE</a:t>
            </a:r>
          </a:p>
        </p:txBody>
      </p:sp>
      <p:sp>
        <p:nvSpPr>
          <p:cNvPr id="9" name="alv-device-name">
            <a:extLst xmlns:a="http://schemas.openxmlformats.org/drawingml/2006/main">
              <a:ext uri="{FF2B5EF4-FFF2-40B4-BE49-F238E27FC236}">
                <a16:creationId xmlns:a16="http://schemas.microsoft.com/office/drawing/2014/main" id="{C34D1313-FBDC-4934-995C-C792904B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09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MiniLab 3</a:t>
            </a:r>
          </a:p>
        </p:txBody>
      </p:sp>
      <p:sp>
        <p:nvSpPr>
          <p:cNvPr id="10" name="alv-port-kicker">
            <a:extLst xmlns:a="http://schemas.openxmlformats.org/drawingml/2006/main">
              <a:ext uri="{FF2B5EF4-FFF2-40B4-BE49-F238E27FC236}">
                <a16:creationId xmlns:a16="http://schemas.microsoft.com/office/drawing/2014/main" id="{10B48C27-CC76-426F-B06F-0F2EF6E4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238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A49DB"/>
                </a:solidFill>
                <a:latin typeface="Helvetica Neue"/>
                <a:ea typeface="Helvetica Neue"/>
                <a:cs typeface="Helvetica Neue"/>
              </a:defRPr>
            </a:pPr>
            <a:r>
              <a:t>DEDICATED LANE</a:t>
            </a:r>
          </a:p>
        </p:txBody>
      </p:sp>
      <p:sp>
        <p:nvSpPr>
          <p:cNvPr id="11" name="alv-port-name">
            <a:extLst xmlns:a="http://schemas.openxmlformats.org/drawingml/2006/main">
              <a:ext uri="{FF2B5EF4-FFF2-40B4-BE49-F238E27FC236}">
                <a16:creationId xmlns:a16="http://schemas.microsoft.com/office/drawing/2014/main" id="{117DAEC5-9C35-4284-BC5E-3C4C51AB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90850"/>
            <a:ext cx="2381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6A49DB"/>
                </a:solidFill>
                <a:latin typeface="Helvetica Neue"/>
                <a:ea typeface="Helvetica Neue"/>
                <a:cs typeface="Helvetica Neue"/>
              </a:defRPr>
            </a:pPr>
            <a:r>
              <a:t>ALV</a:t>
            </a:r>
          </a:p>
        </p:txBody>
      </p:sp>
      <p:sp>
        <p:nvSpPr>
          <p:cNvPr id="12" name="alv-port-note">
            <a:extLst xmlns:a="http://schemas.openxmlformats.org/drawingml/2006/main">
              <a:ext uri="{FF2B5EF4-FFF2-40B4-BE49-F238E27FC236}">
                <a16:creationId xmlns:a16="http://schemas.microsoft.com/office/drawing/2014/main" id="{B579EF6B-0E53-416A-A235-E8061094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Analog Lab 通訊</a:t>
            </a:r>
          </a:p>
        </p:txBody>
      </p:sp>
      <p:sp>
        <p:nvSpPr>
          <p:cNvPr id="13" name="alv-app-kicker">
            <a:extLst xmlns:a="http://schemas.openxmlformats.org/drawingml/2006/main">
              <a:ext uri="{FF2B5EF4-FFF2-40B4-BE49-F238E27FC236}">
                <a16:creationId xmlns:a16="http://schemas.microsoft.com/office/drawing/2014/main" id="{A8A0AFC3-0D0C-45C6-B29C-9E4A3C72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8605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SOFTWARE</a:t>
            </a:r>
          </a:p>
        </p:txBody>
      </p:sp>
      <p:sp>
        <p:nvSpPr>
          <p:cNvPr id="14" name="alv-app-name">
            <a:extLst xmlns:a="http://schemas.openxmlformats.org/drawingml/2006/main">
              <a:ext uri="{FF2B5EF4-FFF2-40B4-BE49-F238E27FC236}">
                <a16:creationId xmlns:a16="http://schemas.microsoft.com/office/drawing/2014/main" id="{EB6D8654-BB95-4F99-B818-D9123CA2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05150"/>
            <a:ext cx="209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Analog Lab</a:t>
            </a:r>
          </a:p>
        </p:txBody>
      </p:sp>
      <p:cxnSp>
        <p:nvCxnSpPr>
          <p:cNvPr id="39" name="alv-lower-rule"/>
          <p:cNvCxnSpPr/>
          <p:nvPr/>
        </p:nvCxnSpPr>
        <p:spPr>
          <a:xfrm xmlns:a="http://schemas.openxmlformats.org/drawingml/2006/main">
            <a:off x="495300" y="468630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alv-point-1-title">
            <a:extLst xmlns:a="http://schemas.openxmlformats.org/drawingml/2006/main">
              <a:ext uri="{FF2B5EF4-FFF2-40B4-BE49-F238E27FC236}">
                <a16:creationId xmlns:a16="http://schemas.microsoft.com/office/drawing/2014/main" id="{81F343D2-47F5-482D-B142-3B0C27AD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不是一般音符 port</a:t>
            </a:r>
          </a:p>
        </p:txBody>
      </p:sp>
      <p:sp>
        <p:nvSpPr>
          <p:cNvPr id="17" name="alv-point-1-body">
            <a:extLst xmlns:a="http://schemas.openxmlformats.org/drawingml/2006/main">
              <a:ext uri="{FF2B5EF4-FFF2-40B4-BE49-F238E27FC236}">
                <a16:creationId xmlns:a16="http://schemas.microsoft.com/office/drawing/2014/main" id="{96CE4611-D8AF-4179-B55E-2A70C79C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2476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用途不是取代普通 MIDI。</a:t>
            </a:r>
          </a:p>
        </p:txBody>
      </p:sp>
      <p:sp>
        <p:nvSpPr>
          <p:cNvPr id="18" name="alv-point-2-title">
            <a:extLst xmlns:a="http://schemas.openxmlformats.org/drawingml/2006/main">
              <a:ext uri="{FF2B5EF4-FFF2-40B4-BE49-F238E27FC236}">
                <a16:creationId xmlns:a16="http://schemas.microsoft.com/office/drawing/2014/main" id="{D8C3DB40-5BD4-4DF3-903F-90E92DF9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482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不是 DAW transport</a:t>
            </a:r>
          </a:p>
        </p:txBody>
      </p:sp>
      <p:sp>
        <p:nvSpPr>
          <p:cNvPr id="19" name="alv-point-2-body">
            <a:extLst xmlns:a="http://schemas.openxmlformats.org/drawingml/2006/main">
              <a:ext uri="{FF2B5EF4-FFF2-40B4-BE49-F238E27FC236}">
                <a16:creationId xmlns:a16="http://schemas.microsoft.com/office/drawing/2014/main" id="{A24D2365-276D-4187-80DA-9DD9D234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91150"/>
            <a:ext cx="2476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用途不是取代 MCU/HUI。</a:t>
            </a:r>
          </a:p>
        </p:txBody>
      </p:sp>
      <p:sp>
        <p:nvSpPr>
          <p:cNvPr id="20" name="alv-point-3-title">
            <a:extLst xmlns:a="http://schemas.openxmlformats.org/drawingml/2006/main">
              <a:ext uri="{FF2B5EF4-FFF2-40B4-BE49-F238E27FC236}">
                <a16:creationId xmlns:a16="http://schemas.microsoft.com/office/drawing/2014/main" id="{EA42727F-673E-4650-86C3-3F7C9FD3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482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目的端很明確</a:t>
            </a:r>
          </a:p>
        </p:txBody>
      </p:sp>
      <p:sp>
        <p:nvSpPr>
          <p:cNvPr id="21" name="alv-point-3-body">
            <a:extLst xmlns:a="http://schemas.openxmlformats.org/drawingml/2006/main">
              <a:ext uri="{FF2B5EF4-FFF2-40B4-BE49-F238E27FC236}">
                <a16:creationId xmlns:a16="http://schemas.microsoft.com/office/drawing/2014/main" id="{7A1BCAF2-7755-40A8-90F1-2AF705C2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91150"/>
            <a:ext cx="2476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這條 lane 對準 Analog Lab。</a:t>
            </a:r>
          </a:p>
        </p:txBody>
      </p:sp>
      <p:sp>
        <p:nvSpPr>
          <p:cNvPr id="22" name="alv-point-4-title">
            <a:extLst xmlns:a="http://schemas.openxmlformats.org/drawingml/2006/main">
              <a:ext uri="{FF2B5EF4-FFF2-40B4-BE49-F238E27FC236}">
                <a16:creationId xmlns:a16="http://schemas.microsoft.com/office/drawing/2014/main" id="{AAE7C630-D28F-4DF6-B2E4-E9C979FA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04825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何時選它？</a:t>
            </a:r>
          </a:p>
        </p:txBody>
      </p:sp>
      <p:sp>
        <p:nvSpPr>
          <p:cNvPr id="23" name="alv-point-4-body">
            <a:extLst xmlns:a="http://schemas.openxmlformats.org/drawingml/2006/main">
              <a:ext uri="{FF2B5EF4-FFF2-40B4-BE49-F238E27FC236}">
                <a16:creationId xmlns:a16="http://schemas.microsoft.com/office/drawing/2014/main" id="{F71A50CE-D52E-45C6-8F30-A8CEA548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391150"/>
            <a:ext cx="2286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當你要用 Analog Lab 整合。</a:t>
            </a:r>
          </a:p>
        </p:txBody>
      </p:sp>
      <p:sp>
        <p:nvSpPr>
          <p:cNvPr id="24" name="page-6">
            <a:extLst xmlns:a="http://schemas.openxmlformats.org/drawingml/2006/main">
              <a:ext uri="{FF2B5EF4-FFF2-40B4-BE49-F238E27FC236}">
                <a16:creationId xmlns:a16="http://schemas.microsoft.com/office/drawing/2014/main" id="{087DD3FC-085B-4309-9F8A-154C4B47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687217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12D68E-2360-442C-96E6-9FFBA029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先問「我要控制什麼？」就知道選哪個 port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15DFA86-4C41-4FE7-888F-D07C0232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PingFang TC"/>
                <a:ea typeface="PingFang TC"/>
                <a:cs typeface="PingFang TC"/>
              </a:defRPr>
            </a:pPr>
            <a:r>
              <a:t>四個名稱看似相近，其實答案由目標對象決定。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2FCC5E64-231E-412F-9142-AF9DB85B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95300" y="1752600"/>
          <a:ext xmlns:a="http://schemas.openxmlformats.org/drawingml/2006/main" cx="112014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857500"/>
                <a:gridCol w="2800350"/>
                <a:gridCol w="3543300"/>
              </a:tblGrid>
              <a:tr h="5524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PORT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傳遞內容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控制對象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什麼時候選它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MiniLab 3 MIDI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音符、Velocity、CC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軟體樂器／MIDI 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彈奏、打 pad、轉旋鈕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MiniLab 3 MCU/HUI</a:t>
                      </a:r>
                    </a:p>
                  </a:txBody>
                  <a:tcPr marL="91440" marR="91440" marT="45720" marB="45720"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Transport／DAW 命令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DAW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播放、停止、錄音、軌道控制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MiniLab 3 DIN Thru</a:t>
                      </a:r>
                    </a:p>
                  </a:txBody>
                  <a:tcPr marL="91440" marR="91440" marT="45720" marB="45720">
                    <a:solidFill>
                      <a:srgbClr val="E8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電腦送出的 MIDI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五針 MIDI 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把 USB MIDI 轉送給硬體設備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MiniLab 3 ALV</a:t>
                      </a:r>
                    </a:p>
                  </a:txBody>
                  <a:tcPr marL="91440" marR="91440" marT="45720" marB="45720">
                    <a:solidFill>
                      <a:srgbClr val="EEE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Analog Lab 通訊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Analog Lab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使用 Analog Lab 專用整合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decision-footer">
            <a:extLst xmlns:a="http://schemas.openxmlformats.org/drawingml/2006/main">
              <a:ext uri="{FF2B5EF4-FFF2-40B4-BE49-F238E27FC236}">
                <a16:creationId xmlns:a16="http://schemas.microsoft.com/office/drawing/2014/main" id="{7D45D735-B10E-4B12-860E-48DA3895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57850"/>
            <a:ext cx="11201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footer-text">
            <a:extLst xmlns:a="http://schemas.openxmlformats.org/drawingml/2006/main">
              <a:ext uri="{FF2B5EF4-FFF2-40B4-BE49-F238E27FC236}">
                <a16:creationId xmlns:a16="http://schemas.microsoft.com/office/drawing/2014/main" id="{476CF25A-8C5A-46AB-86B2-9D5EC7BA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1066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PingFang TC"/>
                <a:ea typeface="PingFang TC"/>
                <a:cs typeface="PingFang TC"/>
              </a:defRPr>
            </a:pPr>
            <a:r>
              <a:t>一句話：MIDI 管演奏，MCU/HUI 管 DAW，DIN Thru 管實體輸出，ALV 管 Analog Lab。</a:t>
            </a:r>
          </a:p>
        </p:txBody>
      </p:sp>
    </p:spTree>
    <p:extLst>
      <p:ext uri="{BB962C8B-B14F-4D97-AF65-F5344CB8AC3E}">
        <p14:creationId xmlns:p14="http://schemas.microsoft.com/office/powerpoint/2010/main" val="1200312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2026-07-13T04:40:58.6930000Z</dcterms:created>
  <dcterms:modified xsi:type="dcterms:W3CDTF">2026-07-13T04:40:58.6930000Z</dcterms:modified>
</coreProperties>
</file>